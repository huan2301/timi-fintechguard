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3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FEFB76-CDCB-60CA-85CE-66DE7088D5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516FAB-F107-6B54-E041-D0603132DE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76FA9D-B224-1A4B-A323-0F7E6DE49D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FF13B7-843C-4715-9E7F-6FAD40838D40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5D2BF4-3A9D-BE24-40DD-4D5614386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759AB2-AFD1-0C69-C3FC-88A973A0B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A235F-0568-4CD3-B3C1-2E62750F68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5886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7B1452-5F5F-174F-C5A9-9FBCF497C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15015E-F24F-BB75-3335-B035B9C42D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3B2B5D-46A6-58AF-3ECE-3429C6D09F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FF13B7-843C-4715-9E7F-6FAD40838D40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7C60A2-84A8-DC5D-6990-953CF9B27F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4A368B-55E9-687C-45D9-778EAB86B9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A235F-0568-4CD3-B3C1-2E62750F68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6169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5464F2-0500-9F5F-CBD4-487891CD7B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6B2F4B-7154-6F94-B8A4-252C925D8B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6DEF6C-1F2F-914E-2E43-3A58ECC7D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FF13B7-843C-4715-9E7F-6FAD40838D40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6B6DAA-BD05-FAE0-DE96-30DE35E702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A2398F-5C8E-5F82-E355-C6AF7A7B8C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A235F-0568-4CD3-B3C1-2E62750F68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15042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CADEE7-63E4-B6FA-B901-B6CBF5722C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DCDDC-E8B8-A4A0-0B14-6668EED1CD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27957C-476A-46F5-AF43-6CC9CE9F72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70529A-DB49-57B2-64AF-ACD74052ED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FF13B7-843C-4715-9E7F-6FAD40838D40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888F57-DE7B-4109-D069-5086A35BE9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3DA660-EAEB-04F2-A7F2-9E07D6BB34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A235F-0568-4CD3-B3C1-2E62750F68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49757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2EEF92-321D-028A-FB98-CC1C60A2A7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6AF675-C02F-0AB8-E8AB-1904073BBE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A484A1-E975-061C-F706-1BE93E1AAA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C1C9999-B3E1-9B14-66E5-0380A3B356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52258A9-79DE-33C3-B5EE-4792D2A3430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A1928B-7FE8-149A-83A4-DF27C3E92A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FF13B7-843C-4715-9E7F-6FAD40838D40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57966A-1B6E-16EA-3480-2BAFF8E0D8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B164703-168A-1E59-B104-422B7856DC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A235F-0568-4CD3-B3C1-2E62750F68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70263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EF915A-290F-3B29-DA21-448C260B1F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2947A2F-C59B-51A3-716A-FD8A8C952D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FF13B7-843C-4715-9E7F-6FAD40838D40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E78312-7EA9-D643-05FE-E0A21EF55C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A71126-55B2-C55D-0CFC-C24B265C4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A235F-0568-4CD3-B3C1-2E62750F68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8219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7816E8B-AB1B-C16B-F3B0-32A85102D7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FF13B7-843C-4715-9E7F-6FAD40838D40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E8CDD2A-37C6-A63F-EB55-149307A46A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C9CF4B-962D-DE66-145F-4B3A4D37D1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A235F-0568-4CD3-B3C1-2E62750F68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63318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8B9A0-0819-630B-9117-9F56572FAC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75A5A9-7E6C-F35D-3AEE-6AF05024D0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35CBAC-4DCA-91E8-A1C3-C2C0FA27A2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D216D-9EF0-2180-C43C-8B6EADBD7A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FF13B7-843C-4715-9E7F-6FAD40838D40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DA3D43-C919-2457-4C4F-7A1B19D01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604C81-D1F8-D888-E39B-EF9AF7903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A235F-0568-4CD3-B3C1-2E62750F68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4006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929F9B-5500-915C-30B4-FAC5E53383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0622AA9-83B5-1F8A-2957-56F99E34270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77BD60-5287-0B91-3319-F73B9587B8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546FCA-8750-7F73-BE4C-BF41C12685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FF13B7-843C-4715-9E7F-6FAD40838D40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C0045E-2032-01B8-8EF1-949AF4AC8C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BEA455-6992-12BE-9909-6AFD876AC5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A235F-0568-4CD3-B3C1-2E62750F68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29953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D3C2EF-3EE4-3497-74E0-D338E6BEF3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9D29AF-22C3-E282-E2AE-BCCB0212D4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CF52B7-A965-2C78-6A23-81DC97D738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FF13B7-843C-4715-9E7F-6FAD40838D40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26E154-8FB0-B8E1-F8DF-E4F57EA88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BEFB0A-1EA0-3BBB-D7E8-5D127F1285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A235F-0568-4CD3-B3C1-2E62750F68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9968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C1E5D2F-1326-4563-3E87-B38891D611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C591A8-9ECC-EDC9-13B6-2985699FDF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7C7649-F1EA-6E92-1020-B252A6AA09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FF13B7-843C-4715-9E7F-6FAD40838D40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35F9EC-1649-F6BD-9514-275D5C0E9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1C183F-02F4-E604-0E05-75B22AE401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A235F-0568-4CD3-B3C1-2E62750F68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4062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E3411CD-B9D5-BB68-B583-5E2E685CD2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D61EDD-C412-7CC5-077B-7697232556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D12D30-DCC7-DEDE-3C95-72A694841A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FF13B7-843C-4715-9E7F-6FAD40838D40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07138E-D0C6-94B8-FB68-3ABF41192C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AF9CC4-E8C4-8A2E-18EB-8AB6AF525D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3A235F-0568-4CD3-B3C1-2E62750F68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9774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E45E5A-2DBB-AB0C-C5E8-F6E74B34404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F45082-8C08-C956-5DAB-54F1260C3EE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D7D552-F9DC-FC4C-7182-2ABFE53D80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16" y="0"/>
            <a:ext cx="1207876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58368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9ED2E4-570F-829C-AE73-52C5ADAE8A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01CEF6-6411-6500-79C8-8375ED52F0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0DEB9E5-266E-FEE9-0318-103DD7BB27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56" y="0"/>
            <a:ext cx="1216308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52678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607E8E-A071-EFBB-0C0A-6478764224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6E16A1-99F7-8E78-F67F-6C01DCA927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C7778D9-C8BC-525D-7267-3FB3293AFF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36" y="0"/>
            <a:ext cx="1207952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75735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4E1574-2E90-C803-2B60-C261688F02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4558F5-18F1-3E50-07A5-6CD9EDE411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724438C-C308-06C0-20BC-D5BD8367C7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61" y="0"/>
            <a:ext cx="1215927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94759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973B7-372B-880E-89B6-AEE35C9845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F7A799-5036-6E31-9754-2BC217262F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611CB8F-4CEA-6933-6CC0-F46AFA3A31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44" y="0"/>
            <a:ext cx="1212951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36462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26D85-D421-5386-F76B-7355E94D77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0FEBA7-8CF8-C373-4FC8-98BBDBE098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0141618-3377-0BEB-C4C9-FC929C6AE2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3" y="0"/>
            <a:ext cx="1217421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45890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3CBBF4-0F82-5B19-867B-C90C929B5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848196-0EA6-A305-1CAB-0CA194F376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54298E7-B26E-9343-5F93-885D349864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56" y="0"/>
            <a:ext cx="1213208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15799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3A7F2F-D94B-128E-35A1-74537F09B5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FCE7DD-0209-F9F6-8052-47D4CED5D0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C9ABFF6-7353-9C71-7176-47310CB70C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3" y="0"/>
            <a:ext cx="1217421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89264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C2C10D-8369-1312-C074-340599013A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DA592F-220A-ECCE-46D5-1A65958BBD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DE31167-857F-0AD9-F760-73C88CE45F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21" y="0"/>
            <a:ext cx="1211075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35233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674BC1-301D-E4C5-36BC-94F62767B6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48077-61F7-D7D0-32DD-ADB70676B7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6D2F239-6699-87B0-678E-6CA3161757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6" y="0"/>
            <a:ext cx="1217610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24997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54CE1F-56A1-9E72-F86C-43F14EC8A7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DF6CBF-E771-1C02-5CB3-E4759B5030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8D6AAF6-6CE0-F0EA-2674-E893C663AB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6" y="0"/>
            <a:ext cx="1218730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43303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FD209-35FB-0883-0BC3-E656112DCF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CAD41A-937A-ABE7-362A-C1CCB02684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A86B752-F788-518E-CC57-CF4FAC23BF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83" y="0"/>
            <a:ext cx="1213403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61991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85971E-AD90-BEAE-4E7D-4A881E53C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3A32C2-2CE1-E279-26DF-28C2B62A17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84731E4-477F-70ED-B086-D1A7F18EAF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53" y="0"/>
            <a:ext cx="1211129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15264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1A873B-C84A-F928-3983-42DC385952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EBB66D-C822-3904-E49D-015E837655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F702E13-8CD9-CB3A-A5A1-79BD57A916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6" y="0"/>
            <a:ext cx="1218730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14174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CBFF40-4115-C6CA-D425-D935EFFCD0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704C6D-5988-2E8D-DA3A-7C340E7809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E30977D-0426-F206-43D0-8126D2CCD1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6" y="0"/>
            <a:ext cx="1217506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49355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8A330-4BE0-E75F-54E2-DB28FE0766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649794-D46C-DF9C-0C28-3B268293BD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393E2C8-085F-7BC4-ABBD-2594F73E75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498"/>
            <a:ext cx="12192000" cy="6839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2011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Bắp Vân</dc:creator>
  <cp:lastModifiedBy>Bắp Vân</cp:lastModifiedBy>
  <cp:revision>1</cp:revision>
  <dcterms:created xsi:type="dcterms:W3CDTF">2026-08-23T13:36:23Z</dcterms:created>
  <dcterms:modified xsi:type="dcterms:W3CDTF">2026-08-23T13:36:33Z</dcterms:modified>
</cp:coreProperties>
</file>